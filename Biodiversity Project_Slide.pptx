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81EF-D959-730C-04DF-A5859750D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A7CBB-452F-A9FA-CA67-8FB899705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0BD76-4F88-14DD-1D4A-73800032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36CCF-9FC5-B1BE-E23E-D69A4F36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E946A-EA2A-4EBE-AA3E-E3E73AB3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15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F543-829E-F99F-FBA1-F607EF04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E00F-537D-62A8-4DCD-E6A95ED0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BCF7F-70E3-9029-9A43-8CA2627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F86A6-D16C-85ED-40FE-12D0AC55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769C9-DD69-A2AA-C35D-31380923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48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07F2-1CC3-3CCF-95F1-68B5B07A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22B1-78B1-CD0D-038E-F8332C9D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01BA7-2983-F1B2-D90B-F901561C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B7D88-0636-82B0-389D-F9021A9B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6F17F-F3D9-5F6C-36A3-16AEC449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94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7C81-4E80-F504-12A4-E3259347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A86A-936E-9DF4-061E-E545A7055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76517-2777-8B16-CE0D-AA0472BC0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5385-E2D0-FE1E-90DB-3C7809D8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CF54C-83C4-1046-EA24-45056394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BFF81-370A-C5F1-B7A4-70B95A24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EB3D-BE6D-31B0-C75F-41F80555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B12F-FF9A-CB96-688B-0600526DF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3527F-D786-6368-D205-825C87026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C55D7-CEB8-2FE2-ACAF-48D4969F8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B331D-EE4A-FEAC-D026-356E2674C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B4903-C45A-0B47-BE51-78207C43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99841-A184-62FA-6704-33D3B7E0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7168C-10E2-4F8E-0A54-272D8637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38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4536-F549-F509-C401-AEDCEC66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D9279-586E-2F73-0F76-A0B578D1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84460-2CD2-49A9-5F9A-9D3200A1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77DB0-018B-292D-EE8A-8598A70B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13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F3408-A5A7-CCB3-6F7B-015AE911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CBA6E-92CF-2D95-18F1-E535AA39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AD4AD-DDC4-5F51-ADAB-DE96858D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43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9741-3BA6-CFD3-F109-DDC08636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73BA-3F2B-C296-E7EE-4C3ED927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8ECA6-9671-819A-3663-A89DE92C1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2642-43E2-0C96-CF98-451E77C1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EC6B-32FE-87FF-80A0-B4F84729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4B1EA-F044-461F-DCDB-D85DD25E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24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9D7A-1C6D-8854-9CD5-046AE249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F1253-725C-8364-2E57-0464FC9A7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94578-0EAC-916F-BED5-5582297E3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0964D-2FA5-6AA6-FB01-6D543F67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93D22-9276-B6B8-CD36-218C1BC5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2AE7B-AE7A-35BF-BF71-F859D76F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13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4FC2-8E38-3809-B2B5-3F13433A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232CC-1E69-F232-5531-CCB51D1A1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7E0AD-6854-E749-B677-F6010035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A9FA4-7968-23E1-1905-F84F31B6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41D3-2559-4DAF-F3E7-70BBDC6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37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6E0CF-E62C-02A4-EA88-3632DF92F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388A0-3963-1BEA-BA69-581F30608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5970-DB08-A745-6C6E-B4839787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9B82D-3B49-FD8D-83F1-38D35E709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8444-4E22-4F99-87AE-445E5AF2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84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B3CCC-C711-BFFD-59D5-AE901C46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ABD62-A8C0-8A3D-D03F-F0FA36840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A47C-D9F9-E78F-242D-519C78016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6D82F-D90B-4518-8911-1E94578C0B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D0D26-FE53-B987-4EE0-E7709D3D8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1848-20F3-B8E6-8CBE-57F783E40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2E835-CDE3-450E-B1AE-DC6189F37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25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87CA-8708-3595-0641-EAC0FFC47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Biodiversity Analysis Across National Parks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98974-12E1-9CE7-B1A1-D2F35A723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Exploring Species Distribution and Conservation Status</a:t>
            </a:r>
          </a:p>
          <a:p>
            <a:endParaRPr lang="en-US" dirty="0"/>
          </a:p>
          <a:p>
            <a:r>
              <a:rPr lang="en-US" b="1" dirty="0"/>
              <a:t>Safa Hamdare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76225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C0120-CD91-EC66-6D2C-67EF07FE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64BB-F3E0-996F-8053-38A98AAAD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biodiversity data across national parks</a:t>
            </a:r>
          </a:p>
          <a:p>
            <a:r>
              <a:rPr lang="en-US" dirty="0"/>
              <a:t>Understand species distribution by category</a:t>
            </a:r>
          </a:p>
          <a:p>
            <a:r>
              <a:rPr lang="en-US" dirty="0"/>
              <a:t>Examine conservation status of species</a:t>
            </a:r>
          </a:p>
          <a:p>
            <a:r>
              <a:rPr lang="en-US" dirty="0"/>
              <a:t>Explore observation patterns across parks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21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16A7-6D0A-0CC2-45E6-6A9F8205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3411-5B1D-BC83-0828-1998CA6C7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species_info.csv</a:t>
            </a:r>
          </a:p>
          <a:p>
            <a:pPr lvl="1"/>
            <a:r>
              <a:rPr lang="en-US" dirty="0"/>
              <a:t>Species name, category, conservation status</a:t>
            </a:r>
          </a:p>
          <a:p>
            <a:r>
              <a:rPr lang="en-US" b="1" dirty="0"/>
              <a:t>observations.csv</a:t>
            </a:r>
          </a:p>
          <a:p>
            <a:pPr lvl="1"/>
            <a:r>
              <a:rPr lang="en-US" dirty="0"/>
              <a:t>Species sightings across parks (7 days)</a:t>
            </a:r>
          </a:p>
          <a:p>
            <a:r>
              <a:rPr lang="en-US" dirty="0"/>
              <a:t>Data merged for combined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809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0C3B-B813-018E-C865-C323D776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9FC7-A14C-E96F-2C6E-EF1275ADE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Checked data types and structure</a:t>
            </a:r>
          </a:p>
          <a:p>
            <a:r>
              <a:rPr lang="en-US" dirty="0"/>
              <a:t>Handled missing values in conservation status</a:t>
            </a:r>
          </a:p>
          <a:p>
            <a:r>
              <a:rPr lang="en-US" dirty="0"/>
              <a:t>Replaced missing values with “Not Listed”</a:t>
            </a:r>
          </a:p>
          <a:p>
            <a:r>
              <a:rPr lang="en-US" dirty="0"/>
              <a:t>Merged datasets using scientific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3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9AA8-CB1A-CA6A-9486-399B154E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Conservation Status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58AA1-A50B-DBD5-3CB6-57023BF24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Majority of species are not at risk</a:t>
            </a:r>
          </a:p>
          <a:p>
            <a:r>
              <a:rPr lang="en-US" dirty="0"/>
              <a:t>Smaller proportion classified as:</a:t>
            </a:r>
          </a:p>
          <a:p>
            <a:pPr lvl="1"/>
            <a:r>
              <a:rPr lang="en-US" dirty="0"/>
              <a:t>Endangered</a:t>
            </a:r>
          </a:p>
          <a:p>
            <a:pPr lvl="1"/>
            <a:r>
              <a:rPr lang="en-US" dirty="0"/>
              <a:t>Threatened</a:t>
            </a:r>
          </a:p>
          <a:p>
            <a:pPr lvl="1"/>
            <a:r>
              <a:rPr lang="en-US" dirty="0"/>
              <a:t>Species of concern</a:t>
            </a:r>
            <a:endParaRPr lang="en-GB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96015788-6BCF-E103-7F2F-B3C7C9CFA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984" y="1708944"/>
            <a:ext cx="5156886" cy="446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9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C31A-75A8-55DB-857D-6D71127F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Species 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47063-B270-BD0B-FFA5-EF1EB8909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Categories include:</a:t>
            </a:r>
          </a:p>
          <a:p>
            <a:pPr lvl="1"/>
            <a:r>
              <a:rPr lang="en-US" dirty="0"/>
              <a:t>Mammals</a:t>
            </a:r>
          </a:p>
          <a:p>
            <a:pPr lvl="1"/>
            <a:r>
              <a:rPr lang="en-US" dirty="0"/>
              <a:t>Birds</a:t>
            </a:r>
          </a:p>
          <a:p>
            <a:pPr lvl="1"/>
            <a:r>
              <a:rPr lang="en-US" dirty="0"/>
              <a:t>Fish</a:t>
            </a:r>
          </a:p>
          <a:p>
            <a:pPr lvl="1"/>
            <a:r>
              <a:rPr lang="en-US" dirty="0"/>
              <a:t>Plants</a:t>
            </a:r>
          </a:p>
          <a:p>
            <a:r>
              <a:rPr lang="en-US" dirty="0"/>
              <a:t>Mammals &amp; birds show higher risk levels</a:t>
            </a:r>
          </a:p>
          <a:p>
            <a:r>
              <a:rPr lang="en-US" dirty="0"/>
              <a:t>Conservation risk varies by category</a:t>
            </a:r>
            <a:endParaRPr lang="en-GB" dirty="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6CEC5809-7F4A-ECB4-7701-578048244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907" y="1438929"/>
            <a:ext cx="4486789" cy="398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46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E550-4495-C67E-E3D8-BFD8AE92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Observations Across Parks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AF29-195B-B8D9-97E2-D98DCE741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91375" cy="4351338"/>
          </a:xfrm>
        </p:spPr>
        <p:txBody>
          <a:bodyPr/>
          <a:lstStyle/>
          <a:p>
            <a:r>
              <a:rPr lang="en-US" dirty="0"/>
              <a:t>Observations differ across parks</a:t>
            </a:r>
          </a:p>
          <a:p>
            <a:r>
              <a:rPr lang="en-US" dirty="0"/>
              <a:t>Some parks show significantly higher activity</a:t>
            </a:r>
          </a:p>
          <a:p>
            <a:r>
              <a:rPr lang="en-US" dirty="0"/>
              <a:t>Could indicate:</a:t>
            </a:r>
          </a:p>
          <a:p>
            <a:pPr lvl="1"/>
            <a:r>
              <a:rPr lang="en-US" dirty="0"/>
              <a:t>Higher biodiversity</a:t>
            </a:r>
          </a:p>
          <a:p>
            <a:pPr lvl="1"/>
            <a:r>
              <a:rPr lang="en-US" dirty="0"/>
              <a:t>Larger park size</a:t>
            </a:r>
          </a:p>
          <a:p>
            <a:pPr lvl="1"/>
            <a:r>
              <a:rPr lang="en-US" dirty="0"/>
              <a:t>More observation effort</a:t>
            </a:r>
            <a:endParaRPr lang="en-GB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2F1A14-4847-C25B-2D3E-D589F06CB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924" y="1455394"/>
            <a:ext cx="5198076" cy="417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39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8BB9-D0DC-8967-661B-875DCFEB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F8FB-D667-8B1D-94BC-E93FD1F4A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species are not under conservation concern</a:t>
            </a:r>
          </a:p>
          <a:p>
            <a:r>
              <a:rPr lang="en-US" dirty="0"/>
              <a:t>Mammals and birds have higher protection levels</a:t>
            </a:r>
          </a:p>
          <a:p>
            <a:r>
              <a:rPr lang="en-US" dirty="0"/>
              <a:t>Biodiversity varies across parks</a:t>
            </a:r>
          </a:p>
          <a:p>
            <a:r>
              <a:rPr lang="en-US" dirty="0"/>
              <a:t>Conservation efforts should focus on vulnerable categories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14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7292-058C-B10A-574D-579AFDDF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1D40-C5C3-6223-7A04-26E50897F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limited to 7 days</a:t>
            </a:r>
          </a:p>
          <a:p>
            <a:r>
              <a:rPr lang="en-US" dirty="0"/>
              <a:t>Missing conservation data required assumptions</a:t>
            </a:r>
          </a:p>
          <a:p>
            <a:r>
              <a:rPr lang="en-US" dirty="0"/>
              <a:t>External factors (climate, human activity) not included</a:t>
            </a:r>
          </a:p>
          <a:p>
            <a:r>
              <a:rPr lang="en-US" dirty="0"/>
              <a:t>Observations may reflect effort, not actual biodiversity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752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9EDF-7266-D257-08DE-819661EE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E15E0-5088-A3C3-BCE8-B6724C711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Biodiversity is generally stable across parks</a:t>
            </a:r>
          </a:p>
          <a:p>
            <a:r>
              <a:rPr lang="en-US" dirty="0"/>
              <a:t>Some species groups require closer monitoring</a:t>
            </a:r>
          </a:p>
          <a:p>
            <a:r>
              <a:rPr lang="en-US"/>
              <a:t>Data </a:t>
            </a:r>
            <a:r>
              <a:rPr lang="en-US" dirty="0"/>
              <a:t>highlights importance of </a:t>
            </a:r>
            <a:r>
              <a:rPr lang="en-US"/>
              <a:t>conservation strategies</a:t>
            </a:r>
          </a:p>
          <a:p>
            <a:r>
              <a:rPr lang="en-US"/>
              <a:t>Analysis </a:t>
            </a:r>
            <a:r>
              <a:rPr lang="en-US" dirty="0"/>
              <a:t>supports data-driven environmental decisions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02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Biodiversity Analysis Across National Parks</vt:lpstr>
      <vt:lpstr>Objective</vt:lpstr>
      <vt:lpstr>Dataset Overview</vt:lpstr>
      <vt:lpstr>Data Preparation</vt:lpstr>
      <vt:lpstr>Conservation Status Distribution</vt:lpstr>
      <vt:lpstr>Species Category Analysis</vt:lpstr>
      <vt:lpstr>Observations Across Parks</vt:lpstr>
      <vt:lpstr>Key Insights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 Hamdare</dc:creator>
  <cp:lastModifiedBy>Safa Hamdare</cp:lastModifiedBy>
  <cp:revision>1</cp:revision>
  <dcterms:created xsi:type="dcterms:W3CDTF">2026-04-13T10:27:45Z</dcterms:created>
  <dcterms:modified xsi:type="dcterms:W3CDTF">2026-04-13T10:35:17Z</dcterms:modified>
</cp:coreProperties>
</file>